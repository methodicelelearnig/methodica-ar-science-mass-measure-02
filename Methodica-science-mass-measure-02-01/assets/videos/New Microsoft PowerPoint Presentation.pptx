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9CB2BE-AAFC-45E2-BFDC-084FA4724B3A}" v="1" dt="2026-08-11T10:08:34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-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lod khadeja" userId="89b5dca1-a3f7-495f-8fd5-6ed76c31f45b" providerId="ADAL" clId="{1B440FC1-6C49-4665-9288-F07D972861DA}"/>
    <pc:docChg chg="addSld modSld">
      <pc:chgData name="Kholod khadeja" userId="89b5dca1-a3f7-495f-8fd5-6ed76c31f45b" providerId="ADAL" clId="{1B440FC1-6C49-4665-9288-F07D972861DA}" dt="2026-08-11T10:08:36.187" v="2" actId="1076"/>
      <pc:docMkLst>
        <pc:docMk/>
      </pc:docMkLst>
      <pc:sldChg chg="addSp modSp new mod modAnim">
        <pc:chgData name="Kholod khadeja" userId="89b5dca1-a3f7-495f-8fd5-6ed76c31f45b" providerId="ADAL" clId="{1B440FC1-6C49-4665-9288-F07D972861DA}" dt="2026-08-11T10:08:36.187" v="2" actId="1076"/>
        <pc:sldMkLst>
          <pc:docMk/>
          <pc:sldMk cId="133169912" sldId="256"/>
        </pc:sldMkLst>
        <pc:picChg chg="add mod">
          <ac:chgData name="Kholod khadeja" userId="89b5dca1-a3f7-495f-8fd5-6ed76c31f45b" providerId="ADAL" clId="{1B440FC1-6C49-4665-9288-F07D972861DA}" dt="2026-08-11T10:08:36.187" v="2" actId="1076"/>
          <ac:picMkLst>
            <pc:docMk/>
            <pc:sldMk cId="133169912" sldId="256"/>
            <ac:picMk id="2" creationId="{42387B51-EC59-A865-1D1A-23A2B311AE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7DE1-E647-4F0E-F15C-A45BBC63C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C069A-9824-CC2D-7DAC-73D807A9C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513C5-8063-4411-F2E9-81E54A05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3D1A1-B24D-1F80-5125-E28733C5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2476A-64C6-8C1F-6A4F-EB0C49F4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3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276EE-9A0E-35A9-FF91-75DE6CA1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536A6-5122-12AC-2C7E-8F5E57EC6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B29EB-FA3E-886B-0F10-CD36FB6B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3BB3D-7EF9-E5B2-FF73-FE068ED08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386C5-9254-3DA3-3D54-F8E4C233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4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AE8E-B505-A95A-B52D-849A9B4A2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BF735-40CB-58F0-A3B9-5BE6FD36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40AE-C450-6BD4-24B8-8DE187DD8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4F754-4DF8-E32C-033B-FECDF83D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35DE5-1E82-FA40-2537-21FF9AA3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4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624F1-CCDB-7ED5-959C-AEA91761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97FEA-9D4A-1C3B-5B4F-6F4A08B23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2D5E1-82E4-152B-F3CA-FE0371685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62E4B-E496-7656-081B-7BC2EB0BD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F72B8-66EE-B92F-ED01-18947C0D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43D22-BB12-279D-0E1D-B4A646B6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32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2BFF-0BB6-0C21-7368-2A93C604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4D22B-9C32-BE85-011F-6746A3F02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123A8-D3C3-6A46-16CD-D139BB4AB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7E954-0A43-C060-0619-937BF8439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090C4-AE7A-E866-E2D8-DAD537B58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7CAE4-131E-226A-81C7-903AA692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AFAAC-B380-DC91-3928-3F440E25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336677-837E-B121-504A-E7699EFE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5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88B5-8556-4DFA-3217-818CC23F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85724-320D-D78F-40EF-DA7BEB48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BD7463-7473-9893-8450-D863AEAE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266BB-6088-2D67-28B7-B49B8009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1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087E37-42A0-FA58-7AA4-F8615787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71E70-5FFE-5E46-EA9F-AA36ECB9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EAB34-5AEA-2BC4-19D0-B7B8BE62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0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10D1-E567-8A0E-B1F9-8D94F07B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E7F05-21F4-CD68-79EE-125381C64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A4C19-D0AF-889B-12B8-A63EC8CB2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C0C3A-DE7D-D80A-E936-849CC9BC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6286A-8174-FD1A-B41F-707E01BC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3A3D3-8A31-CAE8-EB89-BFD330E5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2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B601-156B-A8C1-6B6D-6B70DCA9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9D254A-291E-92FD-9C34-74097E4E2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262F2-65A9-FA91-5241-56905A31D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E90AF-C1B7-EF0E-6608-F400DA2C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0B8C4-CD2A-129E-ADC7-E8225BD3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7923B-4642-D0D3-E601-34437B26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4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E511-569E-F14C-DDAD-047A99DA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51456-4B9B-8E8C-C4FF-6E43CCDA1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4CBAB-C384-E064-1143-29255DD7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A50E-7763-07D8-EF59-4F302278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89660-5DAE-AB4C-C6B6-9BE6D0FF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61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24A16-73DB-5C04-5447-EE29A7084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58883-AE6B-6E14-A6BE-E3CECE2A1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03038-8F5A-B9DC-FEB3-FA0862F6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E915A-BE37-F9D9-9FAA-2A6607A43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F4842-BE41-AD0D-83AA-AFAD8CE9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58C6A2-D287-ABCE-32C3-77FBB4AC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4A175-07C6-DE05-2775-E473DDAD6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99E5D-4D63-2096-4285-30B3A22F7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9CA19-A3FA-4793-8AF9-68E6452CCC4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EF8CC-971C-CBFA-F03D-FF3A51B10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59558-6480-A11C-6AAE-EE042ACE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A4F90-0D24-43C0-8522-215194269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vatar-orange-selected">
            <a:hlinkClick r:id="" action="ppaction://media"/>
            <a:extLst>
              <a:ext uri="{FF2B5EF4-FFF2-40B4-BE49-F238E27FC236}">
                <a16:creationId xmlns:a16="http://schemas.microsoft.com/office/drawing/2014/main" id="{42387B51-EC59-A865-1D1A-23A2B311AEB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08528" y="2861806"/>
            <a:ext cx="5765800" cy="64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Kholod khadeja</dc:creator>
  <cp:lastModifiedBy>Kholod khadeja</cp:lastModifiedBy>
  <cp:revision>1</cp:revision>
  <dcterms:created xsi:type="dcterms:W3CDTF">2026-08-11T10:08:18Z</dcterms:created>
  <dcterms:modified xsi:type="dcterms:W3CDTF">2026-08-11T10:08:37Z</dcterms:modified>
</cp:coreProperties>
</file>