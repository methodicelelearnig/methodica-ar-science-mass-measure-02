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4"/>
  </p:sldMasterIdLst>
  <p:notesMasterIdLst>
    <p:notesMasterId r:id="rId9"/>
  </p:notesMasterIdLst>
  <p:sldIdLst>
    <p:sldId id="464" r:id="rId5"/>
    <p:sldId id="469" r:id="rId6"/>
    <p:sldId id="467" r:id="rId7"/>
    <p:sldId id="468" r:id="rId8"/>
  </p:sldIdLst>
  <p:sldSz cx="12192000" cy="6858000"/>
  <p:notesSz cx="6858000" cy="9144000"/>
  <p:custDataLst>
    <p:tags r:id="rId10"/>
  </p:custDataLst>
  <p:defaultTextStyle>
    <a:defPPr>
      <a:defRPr lang="LID4096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תרגול שיא" id="{1EC1C108-8677-4965-B779-D7E1F3AF4828}">
          <p14:sldIdLst>
            <p14:sldId id="464"/>
            <p14:sldId id="469"/>
            <p14:sldId id="467"/>
            <p14:sldId id="4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438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FA6D409-70D9-A7C0-34C9-312AE2010542}" name="Efrat Fridman" initials="EF" userId="S::efratf@methodic.co.il::836e6198-0e35-40f2-9dd0-6d9153984309" providerId="AD"/>
  <p188:author id="{16F80C36-8B09-F534-771B-0C2834C422B9}" name="danayr@gmail.com" initials="da" userId="S::danayr_gmail.com#ext#@methodiccoil.onmicrosoft.com::5eb81330-53af-4918-b9eb-fefa4b59aab6" providerId="AD"/>
  <p188:author id="{65F42394-2B16-E44D-CD2B-62C328F1D472}" name="Kholod khadeja" initials="Kk" userId="S::Kholodk@methodic.co.il::89b5dca1-a3f7-495f-8fd5-6ed76c31f45b" providerId="AD"/>
  <p188:author id="{C520E3A7-7876-83EA-49FC-2B43625F9E06}" name="Roni Zeidenbaum" initials="RZ" userId="S::roniz@methodic.co.il::cce5fead-b130-4d64-8d6d-1f21f8508990" providerId="AD"/>
  <p188:author id="{408A77E5-9F8C-5E23-A0A6-0375EBA392A7}" name="Guest User" initials="GU" userId="S::urn:spo:tenantanon#5c2d6ca4-360c-4a88-b920-f6e6da0a89d8::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9DE5"/>
    <a:srgbClr val="FFE5E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D40B2A-453D-4D11-B517-E7C20B6A113D}" v="4" dt="2026-06-29T07:31:32.1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סגנון ביניים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סגנון ביניים 2 - הדגשה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27102A9-8310-4765-A935-A1911B00CA55}" styleName="סגנון בהיר 1 - הדגשה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סגנון בהיר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729" autoAdjust="0"/>
    <p:restoredTop sz="78589" autoAdjust="0"/>
  </p:normalViewPr>
  <p:slideViewPr>
    <p:cSldViewPr snapToGrid="0">
      <p:cViewPr>
        <p:scale>
          <a:sx n="60" d="100"/>
          <a:sy n="60" d="100"/>
        </p:scale>
        <p:origin x="2364" y="630"/>
      </p:cViewPr>
      <p:guideLst>
        <p:guide orient="horz" pos="2137"/>
        <p:guide pos="43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589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lod khadeja" userId="89b5dca1-a3f7-495f-8fd5-6ed76c31f45b" providerId="ADAL" clId="{1B440FC1-6C49-4665-9288-F07D972861DA}"/>
    <pc:docChg chg="custSel addSld delSld modSld delSection modSection">
      <pc:chgData name="Kholod khadeja" userId="89b5dca1-a3f7-495f-8fd5-6ed76c31f45b" providerId="ADAL" clId="{1B440FC1-6C49-4665-9288-F07D972861DA}" dt="2026-06-29T07:31:32.111" v="584" actId="164"/>
      <pc:docMkLst>
        <pc:docMk/>
      </pc:docMkLst>
      <pc:sldChg chg="addSp delSp modSp mod">
        <pc:chgData name="Kholod khadeja" userId="89b5dca1-a3f7-495f-8fd5-6ed76c31f45b" providerId="ADAL" clId="{1B440FC1-6C49-4665-9288-F07D972861DA}" dt="2026-06-27T10:15:27.684" v="281" actId="20577"/>
        <pc:sldMkLst>
          <pc:docMk/>
          <pc:sldMk cId="2039191113" sldId="464"/>
        </pc:sldMkLst>
        <pc:spChg chg="add mod">
          <ac:chgData name="Kholod khadeja" userId="89b5dca1-a3f7-495f-8fd5-6ed76c31f45b" providerId="ADAL" clId="{1B440FC1-6C49-4665-9288-F07D972861DA}" dt="2026-06-27T10:15:27.684" v="281" actId="20577"/>
          <ac:spMkLst>
            <pc:docMk/>
            <pc:sldMk cId="2039191113" sldId="464"/>
            <ac:spMk id="3" creationId="{B78B97E8-D954-06FE-D42E-B840F7BE2FE8}"/>
          </ac:spMkLst>
        </pc:spChg>
        <pc:spChg chg="mod">
          <ac:chgData name="Kholod khadeja" userId="89b5dca1-a3f7-495f-8fd5-6ed76c31f45b" providerId="ADAL" clId="{1B440FC1-6C49-4665-9288-F07D972861DA}" dt="2026-06-27T10:14:16.881" v="187" actId="1076"/>
          <ac:spMkLst>
            <pc:docMk/>
            <pc:sldMk cId="2039191113" sldId="464"/>
            <ac:spMk id="19" creationId="{C982BC27-9716-F899-0238-EF624032EF17}"/>
          </ac:spMkLst>
        </pc:spChg>
        <pc:spChg chg="mod">
          <ac:chgData name="Kholod khadeja" userId="89b5dca1-a3f7-495f-8fd5-6ed76c31f45b" providerId="ADAL" clId="{1B440FC1-6C49-4665-9288-F07D972861DA}" dt="2026-06-27T10:14:51.088" v="194" actId="113"/>
          <ac:spMkLst>
            <pc:docMk/>
            <pc:sldMk cId="2039191113" sldId="464"/>
            <ac:spMk id="24" creationId="{597346A0-88D3-6BCD-E3B0-652D8A42463B}"/>
          </ac:spMkLst>
        </pc:spChg>
      </pc:sldChg>
      <pc:sldChg chg="addSp delSp modSp mod">
        <pc:chgData name="Kholod khadeja" userId="89b5dca1-a3f7-495f-8fd5-6ed76c31f45b" providerId="ADAL" clId="{1B440FC1-6C49-4665-9288-F07D972861DA}" dt="2026-06-27T10:16:51.068" v="434" actId="113"/>
        <pc:sldMkLst>
          <pc:docMk/>
          <pc:sldMk cId="2197436927" sldId="467"/>
        </pc:sldMkLst>
        <pc:spChg chg="mod">
          <ac:chgData name="Kholod khadeja" userId="89b5dca1-a3f7-495f-8fd5-6ed76c31f45b" providerId="ADAL" clId="{1B440FC1-6C49-4665-9288-F07D972861DA}" dt="2026-06-27T10:16:51.068" v="434" actId="113"/>
          <ac:spMkLst>
            <pc:docMk/>
            <pc:sldMk cId="2197436927" sldId="467"/>
            <ac:spMk id="29" creationId="{0C52DE17-C147-0484-186A-E6CE1D26EEA9}"/>
          </ac:spMkLst>
        </pc:spChg>
      </pc:sldChg>
      <pc:sldChg chg="addSp delSp modSp mod">
        <pc:chgData name="Kholod khadeja" userId="89b5dca1-a3f7-495f-8fd5-6ed76c31f45b" providerId="ADAL" clId="{1B440FC1-6C49-4665-9288-F07D972861DA}" dt="2026-06-27T10:17:52.569" v="526" actId="14100"/>
        <pc:sldMkLst>
          <pc:docMk/>
          <pc:sldMk cId="4037257660" sldId="468"/>
        </pc:sldMkLst>
        <pc:spChg chg="add mod">
          <ac:chgData name="Kholod khadeja" userId="89b5dca1-a3f7-495f-8fd5-6ed76c31f45b" providerId="ADAL" clId="{1B440FC1-6C49-4665-9288-F07D972861DA}" dt="2026-06-27T10:17:52.569" v="526" actId="14100"/>
          <ac:spMkLst>
            <pc:docMk/>
            <pc:sldMk cId="4037257660" sldId="468"/>
            <ac:spMk id="2" creationId="{A468CEF2-13EA-F7D8-DF45-15ABA47F24F7}"/>
          </ac:spMkLst>
        </pc:spChg>
      </pc:sldChg>
      <pc:sldChg chg="addSp delSp modSp new mod">
        <pc:chgData name="Kholod khadeja" userId="89b5dca1-a3f7-495f-8fd5-6ed76c31f45b" providerId="ADAL" clId="{1B440FC1-6C49-4665-9288-F07D972861DA}" dt="2026-06-29T07:31:32.111" v="584" actId="164"/>
        <pc:sldMkLst>
          <pc:docMk/>
          <pc:sldMk cId="2850581065" sldId="469"/>
        </pc:sldMkLst>
        <pc:spChg chg="add mod topLvl">
          <ac:chgData name="Kholod khadeja" userId="89b5dca1-a3f7-495f-8fd5-6ed76c31f45b" providerId="ADAL" clId="{1B440FC1-6C49-4665-9288-F07D972861DA}" dt="2026-06-29T07:30:48.599" v="565" actId="165"/>
          <ac:spMkLst>
            <pc:docMk/>
            <pc:sldMk cId="2850581065" sldId="469"/>
            <ac:spMk id="6" creationId="{E26B0DD6-6A7C-F2D4-496B-91F5123DC11A}"/>
          </ac:spMkLst>
        </pc:spChg>
        <pc:grpChg chg="add del mod">
          <ac:chgData name="Kholod khadeja" userId="89b5dca1-a3f7-495f-8fd5-6ed76c31f45b" providerId="ADAL" clId="{1B440FC1-6C49-4665-9288-F07D972861DA}" dt="2026-06-29T07:30:48.599" v="565" actId="165"/>
          <ac:grpSpMkLst>
            <pc:docMk/>
            <pc:sldMk cId="2850581065" sldId="469"/>
            <ac:grpSpMk id="7" creationId="{348675F4-E068-DF2F-D539-649EDCFC7D20}"/>
          </ac:grpSpMkLst>
        </pc:grpChg>
        <pc:grpChg chg="add mod">
          <ac:chgData name="Kholod khadeja" userId="89b5dca1-a3f7-495f-8fd5-6ed76c31f45b" providerId="ADAL" clId="{1B440FC1-6C49-4665-9288-F07D972861DA}" dt="2026-06-29T07:31:32.111" v="584" actId="164"/>
          <ac:grpSpMkLst>
            <pc:docMk/>
            <pc:sldMk cId="2850581065" sldId="469"/>
            <ac:grpSpMk id="9" creationId="{A11FAE30-3D53-DD7B-4194-0D60C3ADD595}"/>
          </ac:grpSpMkLst>
        </pc:grpChg>
        <pc:picChg chg="add mod topLvl modCrop">
          <ac:chgData name="Kholod khadeja" userId="89b5dca1-a3f7-495f-8fd5-6ed76c31f45b" providerId="ADAL" clId="{1B440FC1-6C49-4665-9288-F07D972861DA}" dt="2026-06-29T07:31:32.111" v="584" actId="164"/>
          <ac:picMkLst>
            <pc:docMk/>
            <pc:sldMk cId="2850581065" sldId="469"/>
            <ac:picMk id="3" creationId="{4C237FDA-74C7-EBC3-6706-1F010C498FAC}"/>
          </ac:picMkLst>
        </pc:picChg>
        <pc:picChg chg="add mod topLvl modCrop">
          <ac:chgData name="Kholod khadeja" userId="89b5dca1-a3f7-495f-8fd5-6ed76c31f45b" providerId="ADAL" clId="{1B440FC1-6C49-4665-9288-F07D972861DA}" dt="2026-06-29T07:31:32.111" v="584" actId="164"/>
          <ac:picMkLst>
            <pc:docMk/>
            <pc:sldMk cId="2850581065" sldId="469"/>
            <ac:picMk id="5" creationId="{6C70B322-48DA-5871-8C14-E8710D1D40AB}"/>
          </ac:picMkLst>
        </pc:picChg>
        <pc:picChg chg="add mod ord modCrop">
          <ac:chgData name="Kholod khadeja" userId="89b5dca1-a3f7-495f-8fd5-6ed76c31f45b" providerId="ADAL" clId="{1B440FC1-6C49-4665-9288-F07D972861DA}" dt="2026-06-29T07:31:32.111" v="584" actId="164"/>
          <ac:picMkLst>
            <pc:docMk/>
            <pc:sldMk cId="2850581065" sldId="469"/>
            <ac:picMk id="8" creationId="{3B35A5A0-7D70-3ECB-CB0A-348E4B74D52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0418A68C-7A06-4A0D-89DE-74DBA01F776D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LID4096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25FC8A2B-14B3-4AB7-B945-4222430686C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39651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C8A2B-14B3-4AB7-B945-4222430686C6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4340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/>
              <a:t>המשך שאלה משקף קודם</a:t>
            </a:r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FC8A2B-14B3-4AB7-B945-4222430686C6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84757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2FD453D-A41E-5C10-0A57-557D6AE76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DB0BE7A5-A9AF-A366-7E9E-1C75AF697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B73E2AE-541E-8FB3-3B5C-48C9FA421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27CF0DA-1224-4279-2C44-FF1CDDF4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4CFD4C1-47E6-F1DF-AA12-25F66156D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872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31A8AC2-94FD-88DF-AD0B-FE9DF5F8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EBA66C3-6BF9-6A5B-BFAE-E86A33964A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4544EE3-8CC2-38F2-7644-730FE646C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B30D7A6-DBAD-5BD6-9E27-C38861967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922BBA4-A65D-F4BC-CFD8-A2AFA86FF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110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4FC7AA9-0E91-A669-F15B-D5597FF17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CF4D832-BFC7-11FE-F657-73954B7C5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32320D8-6044-F289-88EC-FFA16670E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228B5F6-7037-44CC-57B3-15AD0170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F67DCB7-0959-97AF-6845-105D2BFFB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08269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0720C7-B0A7-7693-3195-353D19874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5D181D5-AAFE-B123-702B-2C2220C04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CACA2C5-FFB6-89F7-218E-2F359A4966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FC94286-E300-48E1-68F5-DEA4C30B8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0FF7C86-6CA7-9603-12C7-41B36C90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7EE4AC4-75FF-59C8-2DC9-9B838EEE3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577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738CE6-23B5-C797-BDE7-8C7E02585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86585E5-3027-ECB5-E82E-649580078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E387439-C0CF-2E91-8582-3E935B9E3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90FB5261-5A9B-19E4-3081-32173A6CA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395F8D4-8C9E-21ED-AA25-722EBB78E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D11824A-87C6-6A88-CC3A-B9AD217C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08E45803-4B7C-795B-F173-9D9F92BB6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50F7047-3AF2-59BA-8C83-23C348CC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0188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11B210-1FEE-32E7-0AB9-0F06D255C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7F2F66AE-07A1-FDC6-0EB3-787F35E4A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EE7C8A74-C008-D485-737E-7CD736431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0F0D34B-D785-201C-FEE9-04E9B4C27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0345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A58F6E2-1240-5483-F6D1-C76C33B8E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93392A29-DF47-D9CA-3A8B-7AE3FED3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A790985-75B8-F457-4069-D952F1E45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05591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0907E84-142B-646C-05EE-B2CB069C2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C3CCE90-A291-E9B9-BED4-3C35269D2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C6107B4-F016-8690-320D-682BF2BED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BA66E85-1406-D11B-5310-83EC57A41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B1B34C8-F9DD-761B-E717-99B452E2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F6A84AF-4764-5AAD-8D28-7C7F96781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9333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8B781DD-1ADD-861F-402B-9EF7AA75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29F9529-E5A0-9760-0B30-44D9188A76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21BF2470-D20C-4B45-C5D6-E6D54DBE6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02B854C2-BBD0-ACC5-190A-530DE3E1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D2ABF41-18A1-7303-B82B-B9258B449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9393744-DA97-3F0B-F3AD-FF7EA3EA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515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394F8B-B317-1BDA-540D-31D1DBEB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1EE5019-B92E-89D1-4155-42DF0D014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927A5A0-64FA-C63E-BEF2-A1C076266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934F542-D4CB-A50C-5BE7-C3F231ED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F777DB4-4F9B-557E-5677-05055B2D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95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CF71221-9456-881D-5240-A33A8A8F0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C592A11-1C48-BC08-6D20-DE56100017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9F1F6DD-2C9D-124C-20C0-D9898AA6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07A3CC2-DFF4-63E1-68DA-F31CDCA4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BE406A0-DA06-C825-FAA1-98B20A54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83031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58C7A81D-2A82-5559-B57B-EB88A6A8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LID4096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FE45D03E-1B35-B68C-9F76-F56A57FF6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LID4096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AC69A28-9AF7-05B8-0838-2D78499C1F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4C6EE7-E691-419B-A174-477FF1F1675E}" type="datetimeFigureOut">
              <a:rPr lang="LID4096" smtClean="0"/>
              <a:t>06/29/2026</a:t>
            </a:fld>
            <a:endParaRPr lang="LID4096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BD2EDA5-A2AF-9F84-9F2A-14919152B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6B9F22E-8986-0796-6D82-E62FC3DE6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164E1D-4C01-42A8-A3A6-C3F4469A18E4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14234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2081358-9250-F142-2FEF-17F98A412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67"/>
          <a:stretch>
            <a:fillRect/>
          </a:stretch>
        </p:blipFill>
        <p:spPr>
          <a:xfrm>
            <a:off x="0" y="0"/>
            <a:ext cx="5066906" cy="685799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982BC27-9716-F899-0238-EF624032EF17}"/>
              </a:ext>
            </a:extLst>
          </p:cNvPr>
          <p:cNvSpPr/>
          <p:nvPr/>
        </p:nvSpPr>
        <p:spPr>
          <a:xfrm>
            <a:off x="6000750" y="3930724"/>
            <a:ext cx="4516491" cy="266478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יישומון:</a:t>
            </a:r>
            <a:br>
              <a:rPr lang="en-US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גרירת אלמנטים אל המטוס וממנו. שינוי המסה על צג המשקל בהתאם לנתונים.</a:t>
            </a:r>
          </a:p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המסה המוצגת על המשקל כברירת מחדל היא מסת המטוס: 41 טון.</a:t>
            </a:r>
            <a:br>
              <a:rPr lang="en-US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מטוס ריק: 41 טון</a:t>
            </a:r>
            <a:br>
              <a:rPr lang="en-US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נוסעים: 12 טון</a:t>
            </a:r>
            <a:br>
              <a:rPr lang="en-US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מזוודות: 6 טון</a:t>
            </a:r>
          </a:p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דלק: 20 טון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2D3044-A55D-46E8-2601-C41BC1D107BA}"/>
              </a:ext>
            </a:extLst>
          </p:cNvPr>
          <p:cNvSpPr/>
          <p:nvPr/>
        </p:nvSpPr>
        <p:spPr>
          <a:xfrm>
            <a:off x="2785729" y="5263116"/>
            <a:ext cx="1201479" cy="4501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41 טון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97346A0-88D3-6BCD-E3B0-652D8A42463B}"/>
              </a:ext>
            </a:extLst>
          </p:cNvPr>
          <p:cNvSpPr/>
          <p:nvPr/>
        </p:nvSpPr>
        <p:spPr>
          <a:xfrm>
            <a:off x="-2293" y="-1"/>
            <a:ext cx="5067038" cy="8343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he-IL" sz="1600" dirty="0">
                <a:latin typeface="Assistant" pitchFamily="2" charset="-79"/>
                <a:cs typeface="Assistant" pitchFamily="2" charset="-79"/>
              </a:rPr>
              <a:t>גררו את האלמנטים השונים אל המטוס וממנו ושימו לב לשינוי במסה הכוללת.</a:t>
            </a:r>
            <a:br>
              <a:rPr lang="he-IL" sz="1600" dirty="0">
                <a:latin typeface="Assistant" pitchFamily="2" charset="-79"/>
                <a:cs typeface="Assistant" pitchFamily="2" charset="-79"/>
              </a:rPr>
            </a:br>
            <a:r>
              <a:rPr lang="he-IL" sz="1600" b="1" dirty="0">
                <a:latin typeface="Assistant" pitchFamily="2" charset="-79"/>
                <a:cs typeface="Assistant" pitchFamily="2" charset="-79"/>
              </a:rPr>
              <a:t>שימו לב</a:t>
            </a:r>
            <a:r>
              <a:rPr lang="he-IL" sz="1600" dirty="0">
                <a:latin typeface="Assistant" pitchFamily="2" charset="-79"/>
                <a:cs typeface="Assistant" pitchFamily="2" charset="-79"/>
              </a:rPr>
              <a:t>: המסה המופיע על המשקל היא מסת המטוס כשהוא ריק.</a:t>
            </a:r>
            <a:endParaRPr lang="en-IL" sz="160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8B97E8-D954-06FE-D42E-B840F7BE2FE8}"/>
              </a:ext>
            </a:extLst>
          </p:cNvPr>
          <p:cNvSpPr/>
          <p:nvPr/>
        </p:nvSpPr>
        <p:spPr>
          <a:xfrm>
            <a:off x="6000749" y="962734"/>
            <a:ext cx="4516491" cy="2664784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משקל המטוס לפני העמה: 41 טון, צריך להיות מוצג על מדד המשקל 41 טון</a:t>
            </a:r>
          </a:p>
        </p:txBody>
      </p:sp>
    </p:spTree>
    <p:extLst>
      <p:ext uri="{BB962C8B-B14F-4D97-AF65-F5344CB8AC3E}">
        <p14:creationId xmlns:p14="http://schemas.microsoft.com/office/powerpoint/2010/main" val="2039191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26B0DD6-6A7C-F2D4-496B-91F5123DC11A}"/>
              </a:ext>
            </a:extLst>
          </p:cNvPr>
          <p:cNvSpPr/>
          <p:nvPr/>
        </p:nvSpPr>
        <p:spPr>
          <a:xfrm>
            <a:off x="7113220" y="2412694"/>
            <a:ext cx="5078780" cy="17742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11FAE30-3D53-DD7B-4194-0D60C3ADD595}"/>
              </a:ext>
            </a:extLst>
          </p:cNvPr>
          <p:cNvGrpSpPr/>
          <p:nvPr/>
        </p:nvGrpSpPr>
        <p:grpSpPr>
          <a:xfrm>
            <a:off x="7113220" y="0"/>
            <a:ext cx="5078780" cy="8619345"/>
            <a:chOff x="7113220" y="0"/>
            <a:chExt cx="5078780" cy="86193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C237FDA-74C7-EBC3-6706-1F010C498F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305"/>
            <a:stretch>
              <a:fillRect/>
            </a:stretch>
          </p:blipFill>
          <p:spPr>
            <a:xfrm>
              <a:off x="7113220" y="4251157"/>
              <a:ext cx="5078780" cy="436818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C70B322-48DA-5871-8C14-E8710D1D4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4819"/>
            <a:stretch>
              <a:fillRect/>
            </a:stretch>
          </p:blipFill>
          <p:spPr>
            <a:xfrm>
              <a:off x="7113220" y="0"/>
              <a:ext cx="5078780" cy="241269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B35A5A0-7D70-3ECB-CB0A-348E4B74D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305" b="35040"/>
            <a:stretch>
              <a:fillRect/>
            </a:stretch>
          </p:blipFill>
          <p:spPr>
            <a:xfrm>
              <a:off x="7113220" y="2396652"/>
              <a:ext cx="5078780" cy="19651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058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9777B-A66F-FBF5-1DD3-9E6875BD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1299D43D-DA7B-D849-9255-7F3FE117C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67"/>
          <a:stretch>
            <a:fillRect/>
          </a:stretch>
        </p:blipFill>
        <p:spPr>
          <a:xfrm>
            <a:off x="0" y="0"/>
            <a:ext cx="5066906" cy="685799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0C52DE17-C147-0484-186A-E6CE1D26EEA9}"/>
              </a:ext>
            </a:extLst>
          </p:cNvPr>
          <p:cNvSpPr/>
          <p:nvPr/>
        </p:nvSpPr>
        <p:spPr>
          <a:xfrm>
            <a:off x="5673687" y="511120"/>
            <a:ext cx="6027473" cy="322359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יישומון:</a:t>
            </a:r>
            <a:br>
              <a:rPr lang="en-US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גרירת אלמנטים אל ומהמטוס ושינוי המסה על צג המשקל בהתאם לנתונים.</a:t>
            </a:r>
            <a:br>
              <a:rPr lang="en-US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מטוס ריק: 41 טון</a:t>
            </a:r>
            <a:br>
              <a:rPr lang="en-US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נוסעים: 12 טון</a:t>
            </a:r>
            <a:br>
              <a:rPr lang="en-US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מזוודות: 6 טון</a:t>
            </a:r>
          </a:p>
          <a:p>
            <a:r>
              <a:rPr lang="he-IL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דלק: 20 טון</a:t>
            </a:r>
          </a:p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אחרי שגוררים כול אלמנט צריך להיות מוצג סמל כלשהו על המטוס, לדוגמה שמכניסים נוסעים, צריך שהחלונות יהיו מוארות ורואים בני אדם בפנים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0E8FBB-0202-5A72-E2CF-B1A5C37B9A58}"/>
              </a:ext>
            </a:extLst>
          </p:cNvPr>
          <p:cNvSpPr/>
          <p:nvPr/>
        </p:nvSpPr>
        <p:spPr>
          <a:xfrm>
            <a:off x="2785729" y="5263116"/>
            <a:ext cx="1201479" cy="4501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41 טון</a:t>
            </a:r>
          </a:p>
        </p:txBody>
      </p:sp>
    </p:spTree>
    <p:extLst>
      <p:ext uri="{BB962C8B-B14F-4D97-AF65-F5344CB8AC3E}">
        <p14:creationId xmlns:p14="http://schemas.microsoft.com/office/powerpoint/2010/main" val="219743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8FD6D-ADCB-FDCF-2250-53FAAAE85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5A6DD54E-9EEA-ECF7-0298-8C5F6AD11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67"/>
          <a:stretch>
            <a:fillRect/>
          </a:stretch>
        </p:blipFill>
        <p:spPr>
          <a:xfrm>
            <a:off x="0" y="0"/>
            <a:ext cx="5066906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509109C-C44B-6C50-6092-781F7AF373B0}"/>
              </a:ext>
            </a:extLst>
          </p:cNvPr>
          <p:cNvSpPr/>
          <p:nvPr/>
        </p:nvSpPr>
        <p:spPr>
          <a:xfrm>
            <a:off x="2785729" y="5263116"/>
            <a:ext cx="1201479" cy="45011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41 טון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68CEF2-13EA-F7D8-DF45-15ABA47F24F7}"/>
              </a:ext>
            </a:extLst>
          </p:cNvPr>
          <p:cNvSpPr/>
          <p:nvPr/>
        </p:nvSpPr>
        <p:spPr>
          <a:xfrm>
            <a:off x="5673687" y="511120"/>
            <a:ext cx="6027473" cy="416003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יישומון:</a:t>
            </a:r>
            <a:br>
              <a:rPr lang="en-US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גרירת אלמנטים אל ומהמטוס ושינוי המסה על צג המשקל בהתאם לנתונים.</a:t>
            </a:r>
            <a:br>
              <a:rPr lang="en-US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מטוס ריק: 41 טון</a:t>
            </a:r>
            <a:br>
              <a:rPr lang="en-US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נוסעים: 12 טון</a:t>
            </a:r>
            <a:br>
              <a:rPr lang="en-US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</a:br>
            <a:r>
              <a:rPr lang="he-IL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מזוודות: 6 טון</a:t>
            </a:r>
          </a:p>
          <a:p>
            <a:r>
              <a:rPr lang="he-IL" b="1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דלק: 20 טון</a:t>
            </a:r>
          </a:p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אחרי שגוררים כול אלמנט צריך להיות מוצג סמל כלשהו על המטוס, לדוגמה שמכניסים נוסעים, צריך שהחלונות יהיו מוארות ורואים בני אדם בפנים.</a:t>
            </a:r>
          </a:p>
          <a:p>
            <a:endParaRPr lang="he-IL" dirty="0">
              <a:solidFill>
                <a:sysClr val="windowText" lastClr="000000"/>
              </a:solidFill>
              <a:latin typeface="Assistant" pitchFamily="2" charset="-79"/>
              <a:cs typeface="Assistant" pitchFamily="2" charset="-79"/>
            </a:endParaRPr>
          </a:p>
          <a:p>
            <a:r>
              <a:rPr lang="he-IL" dirty="0" err="1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מטוס+נוסעים</a:t>
            </a:r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: 41+12 = 53 טון</a:t>
            </a:r>
          </a:p>
          <a:p>
            <a:r>
              <a:rPr lang="he-IL" dirty="0">
                <a:solidFill>
                  <a:sysClr val="windowText" lastClr="000000"/>
                </a:solidFill>
                <a:latin typeface="Assistant" pitchFamily="2" charset="-79"/>
                <a:cs typeface="Assistant" pitchFamily="2" charset="-79"/>
              </a:rPr>
              <a:t>צריך להיות כתוב על המודד משקל 53 טון</a:t>
            </a:r>
          </a:p>
        </p:txBody>
      </p:sp>
    </p:spTree>
    <p:extLst>
      <p:ext uri="{BB962C8B-B14F-4D97-AF65-F5344CB8AC3E}">
        <p14:creationId xmlns:p14="http://schemas.microsoft.com/office/powerpoint/2010/main" val="40372576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47"/>
  <p:tag name="ARTICULATE_SLIDE_THUMBNAIL_REFRESH" val="1"/>
</p:tagLst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5481ece-085c-4051-9e36-d405e2c6b9f1" xsi:nil="true"/>
    <lcf76f155ced4ddcb4097134ff3c332f xmlns="5986fafe-ce1e-4054-9e70-82256040b94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מסמך" ma:contentTypeID="0x010100D2D3630D225AC040BE55C55EC1F1C31E" ma:contentTypeVersion="16" ma:contentTypeDescription="צור מסמך חדש." ma:contentTypeScope="" ma:versionID="311eda2aaec0a5496a893247326dfa01">
  <xsd:schema xmlns:xsd="http://www.w3.org/2001/XMLSchema" xmlns:xs="http://www.w3.org/2001/XMLSchema" xmlns:p="http://schemas.microsoft.com/office/2006/metadata/properties" xmlns:ns2="45481ece-085c-4051-9e36-d405e2c6b9f1" xmlns:ns3="5986fafe-ce1e-4054-9e70-82256040b949" targetNamespace="http://schemas.microsoft.com/office/2006/metadata/properties" ma:root="true" ma:fieldsID="b97c2b56161f839348c806b9d50b2e7f" ns2:_="" ns3:_="">
    <xsd:import namespace="45481ece-085c-4051-9e36-d405e2c6b9f1"/>
    <xsd:import namespace="5986fafe-ce1e-4054-9e70-82256040b94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Location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481ece-085c-4051-9e36-d405e2c6b9f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משותף עם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משותף עם פרטים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9c8af511-bd15-49d5-8532-22276998a571}" ma:internalName="TaxCatchAll" ma:showField="CatchAllData" ma:web="45481ece-085c-4051-9e36-d405e2c6b9f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86fafe-ce1e-4054-9e70-82256040b9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תגיות תמונה" ma:readOnly="false" ma:fieldId="{5cf76f15-5ced-4ddc-b409-7134ff3c332f}" ma:taxonomyMulti="true" ma:sspId="d46a8c9c-758c-460d-bc6c-4b1809200b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סוג תוכן"/>
        <xsd:element ref="dc:title" minOccurs="0" maxOccurs="1" ma:index="4" ma:displayName="כותרת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09553E-2074-4E21-B988-E33C30356103}">
  <ds:schemaRefs>
    <ds:schemaRef ds:uri="45481ece-085c-4051-9e36-d405e2c6b9f1"/>
    <ds:schemaRef ds:uri="5986fafe-ce1e-4054-9e70-82256040b949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72EA43B-0141-4980-8CCA-1ACB2635826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7646C6-4349-42B8-A3DD-25702FA1D6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481ece-085c-4051-9e36-d405e2c6b9f1"/>
    <ds:schemaRef ds:uri="5986fafe-ce1e-4054-9e70-82256040b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9017</TotalTime>
  <Words>240</Words>
  <Application>Microsoft Office PowerPoint</Application>
  <PresentationFormat>Widescreen</PresentationFormat>
  <Paragraphs>20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Assistant</vt:lpstr>
      <vt:lpstr>ערכת נושא Office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Raz Mahal</dc:creator>
  <cp:lastModifiedBy>Kholod khadeja</cp:lastModifiedBy>
  <cp:revision>102</cp:revision>
  <dcterms:created xsi:type="dcterms:W3CDTF">2026-05-26T10:36:24Z</dcterms:created>
  <dcterms:modified xsi:type="dcterms:W3CDTF">2026-06-29T07:31:34Z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FAE34CFC-7075-466E-911E-D7F40104AA87</vt:lpwstr>
  </property>
  <property fmtid="{D5CDD505-2E9C-101B-9397-08002B2CF9AE}" pid="3" name="ArticulatePath">
    <vt:lpwstr>תבניות להזנה מפתחות</vt:lpwstr>
  </property>
  <property fmtid="{D5CDD505-2E9C-101B-9397-08002B2CF9AE}" pid="4" name="ContentTypeId">
    <vt:lpwstr>0x010100D2D3630D225AC040BE55C55EC1F1C31E</vt:lpwstr>
  </property>
  <property fmtid="{D5CDD505-2E9C-101B-9397-08002B2CF9AE}" pid="5" name="MediaServiceImageTags">
    <vt:lpwstr/>
  </property>
</Properties>
</file>